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75" r:id="rId2"/>
    <p:sldId id="256" r:id="rId3"/>
    <p:sldId id="257" r:id="rId4"/>
    <p:sldId id="258" r:id="rId5"/>
    <p:sldId id="259" r:id="rId6"/>
    <p:sldId id="260" r:id="rId7"/>
    <p:sldId id="266" r:id="rId8"/>
    <p:sldId id="267" r:id="rId9"/>
    <p:sldId id="268" r:id="rId10"/>
    <p:sldId id="269" r:id="rId11"/>
    <p:sldId id="261" r:id="rId12"/>
    <p:sldId id="270" r:id="rId13"/>
    <p:sldId id="271" r:id="rId14"/>
    <p:sldId id="262" r:id="rId15"/>
    <p:sldId id="272" r:id="rId16"/>
    <p:sldId id="263" r:id="rId17"/>
    <p:sldId id="273" r:id="rId18"/>
    <p:sldId id="264" r:id="rId19"/>
    <p:sldId id="265" r:id="rId20"/>
    <p:sldId id="274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4A4A"/>
    <a:srgbClr val="F7F7F2"/>
    <a:srgbClr val="234F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6762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presentation explores biodiversity patterns within U.S. National Parks. The goal was to understand conservation risk, identify vulnerable species categories, and highlight parks requiring conservation attention using data analysis techniques.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objective was to transform raw ecological datasets into meaningful insights. The analysis focuses on risk concentration, species protection levels, and park-level biodiversity pressure.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datasets were cleaned and merged using Python. Species data provided taxonomy and conservation labels, while observations recorded how frequently species were seen across parks.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Data cleaning ensured consistency and reliability. Missing conservation values were interpreted as 'No Intervention', and an 'is_protected' feature was engineered to enable analytical comparisons.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evaluated protection rates across categories to determine whether certain taxonomic groups experience higher conservation pressure than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“Most species require no intervention, but a meaningful minority fall into Species of Concern, Threatened, or Endangered categories.”</a:t>
            </a:r>
          </a:p>
        </p:txBody>
      </p:sp>
    </p:spTree>
    <p:extLst>
      <p:ext uri="{BB962C8B-B14F-4D97-AF65-F5344CB8AC3E}">
        <p14:creationId xmlns:p14="http://schemas.microsoft.com/office/powerpoint/2010/main" val="21567450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Birds and mammals dominate the protected species counts, but mammals have the highest </a:t>
            </a:r>
            <a:r>
              <a:rPr lang="en-GB" i="1" dirty="0"/>
              <a:t>proportion</a:t>
            </a:r>
            <a:r>
              <a:rPr lang="en-GB" dirty="0"/>
              <a:t> under protection.</a:t>
            </a:r>
          </a:p>
        </p:txBody>
      </p:sp>
    </p:spTree>
    <p:extLst>
      <p:ext uri="{BB962C8B-B14F-4D97-AF65-F5344CB8AC3E}">
        <p14:creationId xmlns:p14="http://schemas.microsoft.com/office/powerpoint/2010/main" val="24029077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Plants show very low protection rates, suggesting under‑representation or lower assessed risk. </a:t>
            </a:r>
          </a:p>
        </p:txBody>
      </p:sp>
    </p:spTree>
    <p:extLst>
      <p:ext uri="{BB962C8B-B14F-4D97-AF65-F5344CB8AC3E}">
        <p14:creationId xmlns:p14="http://schemas.microsoft.com/office/powerpoint/2010/main" val="1512498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Risk is uneven across categories, indicating ecological and taxonomic vulnerability patterns.</a:t>
            </a:r>
          </a:p>
        </p:txBody>
      </p:sp>
    </p:spTree>
    <p:extLst>
      <p:ext uri="{BB962C8B-B14F-4D97-AF65-F5344CB8AC3E}">
        <p14:creationId xmlns:p14="http://schemas.microsoft.com/office/powerpoint/2010/main" val="5985873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By aggregating protected observations, we identified biodiversity hotspots where conservation efforts may need prioritization.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Yellowstone and Yosemite show the highest total observations, including protected species. Protected species activity clusters strongly in Yellowstone, suggesting either richer biodiversity or more monitoring effort.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41413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Great Smoky Mountains has the lowest protected species observations despite high biodiversity overall. Observation counts do not equal population size but do reflect monitoring intensity and species presence.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77740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Protection percentages were compared against total species counts to reveal uneven ecological risk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Bats dominate the top observed protected species, highlighting their ecological sensitivity and monitoring priority. The Little Brown Bat alone accounts for a large share of protected observations.</a:t>
            </a:r>
          </a:p>
          <a:p>
            <a:r>
              <a:rPr lang="en-GB" dirty="0"/>
              <a:t>Birds and mammals appear frequently in protected lists, but bats are disproportionately represented. This suggests disease (e.g., white‑nose syndrome) and habitat pressures are major drivers.”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18519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Analysis revealed concentrated conservation pressure rather than evenly distributed risk. Certain categories and parks carry disproportionate ecological importance.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Risk is not evenly distributed — mammals and birds show the highest protection rates. Protected species are concentrated in a few parks, especially Yellowstone. A small number of species dominate protected observations, indicating monitoring focus or ecological vulnerability.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39128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dataset reflects observation counts rather than true population measurements. Future studies should include longitudinal tracking and ecological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analysis demonstrates how data science can support environmental decision-making. Targeted conservation strategies informed by analytics may improve resource allocation and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Dillan — Data Science Portfolio Project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Biodiversity in National Parks — Data Science Portfolio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95375"/>
          </a:xfrm>
        </p:spPr>
        <p:txBody>
          <a:bodyPr/>
          <a:lstStyle>
            <a:lvl1pPr algn="l"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>
              <a:lnSpc>
                <a:spcPct val="150000"/>
              </a:lnSpc>
              <a:defRPr sz="26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FD13EB-FFBB-D9E0-3391-16BD7FD57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Dillan — Data Science Portfolio Project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3D17C4-0DF6-195E-427D-9BB1C1ADD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Biodiversity</a:t>
            </a:r>
            <a:r>
              <a:rPr lang="en-GB" dirty="0"/>
              <a:t> in National Parks — Data Science Portfolio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719914-C237-323E-E843-335A0BC20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C9A9D-D081-4ABD-BE33-1191B6441531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Biodiversity in National Parks — Data Science Portfolio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4CC76-0D23-4B1E-9A3B-54D87918910A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Biodiversity in National Parks — Data Science Portfolio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AFCB4-217F-444A-A915-891C9D768708}" type="datetime1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Biodiversity in National Parks — Data Science Portfolio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7D562-F944-4DB7-8908-74FAEFA6C24A}" type="datetime1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Biodiversity in National Parks — Data Science Portfolio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99AB3-7A5F-4F82-926D-2E054276068D}" type="datetime1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Biodiversity in National Parks — Data Science Portfolio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176B8-0E90-44EC-88BB-74C8A07FA41E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Biodiversity in National Parks — Data Science Portfolio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DF909-D159-455F-9774-11FB0B429A87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Biodiversity in National Parks — Data Science Portfolio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DF67C-6CB9-4938-BAF3-876681C69C49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Biodiversity in National Parks — Data Science Portfolio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D2AEE-63A3-4BF7-8F83-4DC5C2D8A7CF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Biodiversity in National Parks — Data Science Portfolio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>
            <a:alpha val="9882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7D1C4-093B-4CA5-984A-C8AED6965D7A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Biodiversity in National Parks — Data Science Portfolio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Segoe UI Semibold" panose="020B0702040204020203" pitchFamily="34" charset="0"/>
          <a:ea typeface="+mj-ea"/>
          <a:cs typeface="Segoe UI Semibold" panose="020B0702040204020203" pitchFamily="34" charset="0"/>
        </a:defRPr>
      </a:lvl1pPr>
    </p:titleStyle>
    <p:bodyStyle>
      <a:lvl1pPr marL="342900" indent="-342900" algn="l" defTabSz="457200" rtl="0" eaLnBrk="1" latinLnBrk="0" hangingPunct="1">
        <a:lnSpc>
          <a:spcPct val="150000"/>
        </a:lnSpc>
        <a:spcBef>
          <a:spcPct val="20000"/>
        </a:spcBef>
        <a:buFont typeface="Arial"/>
        <a:buChar char="•"/>
        <a:defRPr sz="2600" kern="1200">
          <a:solidFill>
            <a:srgbClr val="4A4A4A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178F6-0EDA-A2A8-F507-BB3A1A799D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ZA" sz="4900" dirty="0"/>
              <a:t>Biodiversity</a:t>
            </a:r>
            <a:r>
              <a:rPr lang="en-ZA" dirty="0"/>
              <a:t> in </a:t>
            </a:r>
            <a:r>
              <a:rPr lang="en-ZA" sz="5600" dirty="0"/>
              <a:t>National</a:t>
            </a:r>
            <a:r>
              <a:rPr lang="en-ZA" dirty="0"/>
              <a:t> Parks</a:t>
            </a:r>
            <a:endParaRPr lang="en-GB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6CBD617-1534-D78C-F577-DC4F44DFF8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pPr algn="l"/>
            <a:r>
              <a:rPr lang="en-GB" sz="7500" b="1" dirty="0"/>
              <a:t>An Analysis of Conservation Status and Species Risk</a:t>
            </a:r>
          </a:p>
          <a:p>
            <a:pPr algn="l"/>
            <a:endParaRPr lang="en-GB" b="1" dirty="0"/>
          </a:p>
          <a:p>
            <a:pPr algn="l"/>
            <a:r>
              <a:rPr lang="en-GB" sz="4200" b="1" dirty="0"/>
              <a:t>Dillan — Data Science Portfolio Project</a:t>
            </a:r>
            <a:br>
              <a:rPr lang="en-GB" b="1" dirty="0"/>
            </a:br>
            <a:endParaRPr lang="en-GB" b="1" dirty="0"/>
          </a:p>
          <a:p>
            <a:pPr algn="l"/>
            <a:br>
              <a:rPr lang="en-GB" b="1" dirty="0"/>
            </a:br>
            <a:endParaRPr lang="en-GB" b="1" dirty="0"/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255F9-D25E-DA05-78F4-BA8E4F5D3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Biodiversity</a:t>
            </a:r>
            <a:r>
              <a:rPr lang="en-GB"/>
              <a:t> in National Parks — Data Science Portfolio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496EE8-5F01-2BFE-F981-C64E5058F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455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Biodiversity in National Parks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Analysis of Conservation Status and Species Risk</a:t>
            </a:r>
          </a:p>
          <a:p>
            <a:endParaRPr/>
          </a:p>
          <a:p>
            <a:r>
              <a:t>Data Science Portfolio Project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C3CA7E-60C3-10FD-5067-1116CC999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Biodiversity</a:t>
            </a:r>
            <a:r>
              <a:rPr lang="en-GB"/>
              <a:t> in National Parks — Data Science Portfolio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17737F-ABCF-0D8D-99A6-0F5BFF5E0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Analyze conservation status across species</a:t>
            </a:r>
          </a:p>
          <a:p>
            <a:pPr marL="0" indent="0">
              <a:buNone/>
            </a:pPr>
            <a:r>
              <a:rPr dirty="0"/>
              <a:t>• Identify biodiversity risk patterns</a:t>
            </a:r>
          </a:p>
          <a:p>
            <a:pPr marL="0" indent="0">
              <a:buNone/>
            </a:pPr>
            <a:r>
              <a:rPr dirty="0"/>
              <a:t>• Compare protected species across parks</a:t>
            </a:r>
          </a:p>
          <a:p>
            <a:pPr marL="0" indent="0">
              <a:buNone/>
            </a:pPr>
            <a:r>
              <a:rPr dirty="0"/>
              <a:t>• Provide data-driven conservation insights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0CB0F-F735-47C3-97DD-AA17B4F4C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Biodiversity</a:t>
            </a:r>
            <a:r>
              <a:rPr lang="en-GB"/>
              <a:t> in National Parks — Data Science Portfolio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DB3963-3D2C-6EF7-8648-A3144411C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Datasets Used:</a:t>
            </a:r>
          </a:p>
          <a:p>
            <a:pPr marL="0" indent="0">
              <a:buNone/>
            </a:pPr>
            <a:r>
              <a:rPr dirty="0"/>
              <a:t>• Species Information</a:t>
            </a:r>
          </a:p>
          <a:p>
            <a:pPr marL="0" indent="0">
              <a:buNone/>
            </a:pPr>
            <a:r>
              <a:rPr dirty="0"/>
              <a:t>• Park Observations</a:t>
            </a:r>
          </a:p>
          <a:p>
            <a:endParaRPr dirty="0"/>
          </a:p>
          <a:p>
            <a:r>
              <a:rPr dirty="0"/>
              <a:t>Key Fields:</a:t>
            </a:r>
          </a:p>
          <a:p>
            <a:r>
              <a:rPr dirty="0"/>
              <a:t>Category, Scientific Name, Conservation Status, Observations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ED86AF-D983-1DFB-0B18-3D72B9016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Biodiversity</a:t>
            </a:r>
            <a:r>
              <a:rPr lang="en-GB"/>
              <a:t> in National Parks — Data Science Portfolio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5F4AF-23DC-81DD-50C2-F3EE600F0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Standardized column names</a:t>
            </a:r>
          </a:p>
          <a:p>
            <a:pPr marL="0" indent="0">
              <a:buNone/>
            </a:pPr>
            <a:r>
              <a:rPr dirty="0"/>
              <a:t>• Handled missing conservation statuses</a:t>
            </a:r>
          </a:p>
          <a:p>
            <a:pPr marL="0" indent="0">
              <a:buNone/>
            </a:pPr>
            <a:r>
              <a:rPr dirty="0"/>
              <a:t>• Removed duplicates</a:t>
            </a:r>
          </a:p>
          <a:p>
            <a:pPr marL="0" indent="0">
              <a:buNone/>
            </a:pPr>
            <a:r>
              <a:rPr dirty="0"/>
              <a:t>• Created protection indicator</a:t>
            </a:r>
          </a:p>
          <a:p>
            <a:pPr marL="0" indent="0">
              <a:buNone/>
            </a:pPr>
            <a:r>
              <a:rPr dirty="0"/>
              <a:t>• Merged datasets for analysis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5A2ACE-783F-A0F6-1877-49C7E45AD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Biodiversity</a:t>
            </a:r>
            <a:r>
              <a:rPr lang="en-GB"/>
              <a:t> in National Parks — Data Science Portfolio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C47187-47ED-38D2-CA8C-0DC7F543F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Question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species categories are most at risk?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541B7D-8538-E25B-9A4E-944569F4A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Biodiversity</a:t>
            </a:r>
            <a:r>
              <a:rPr lang="en-GB"/>
              <a:t> in National Parks — Data Science Portfolio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560DE-2813-5C8A-34E2-85001A116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9124DDE-918C-2B19-BD33-D957D4B89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Biodiversity</a:t>
            </a:r>
            <a:r>
              <a:rPr lang="en-GB"/>
              <a:t> in National Parks — Data Science Portfolio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87B287-BC01-2188-7D2C-7432B4A48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6CCDFFC-2674-8432-EE3E-347922B547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1681" y="1600200"/>
            <a:ext cx="7620638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046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4ACB746-A0B9-24D1-A7A4-5B2EF4EF2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Biodiversity</a:t>
            </a:r>
            <a:r>
              <a:rPr lang="en-GB"/>
              <a:t> in National Parks — Data Science Portfolio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554B02-83A7-2E5E-5595-38B3EFD6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539F66F-931D-0132-EEDB-72416E6D5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58625" y="1600200"/>
            <a:ext cx="762675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527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9EA30C7-250A-7652-3998-F0E652D1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Biodiversity</a:t>
            </a:r>
            <a:r>
              <a:rPr lang="en-GB"/>
              <a:t> in National Parks — Data Science Portfolio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9B094D-768D-7638-5D88-1622962AA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D3686D4-729C-9CD2-ED4B-AE531E0EC6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58625" y="1600200"/>
            <a:ext cx="762675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613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EADD316-F109-21D2-C8E7-ADEFF0AED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Biodiversity</a:t>
            </a:r>
            <a:r>
              <a:rPr lang="en-GB"/>
              <a:t> in National Parks — Data Science Portfolio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C656D-FA63-1E12-76AE-23DB2C686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082B607-9338-6870-8D51-203B043C7B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58625" y="1600200"/>
            <a:ext cx="762675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570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Question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parks show the highest protected species activity?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6DE78D-030E-7B11-16E3-E75994BED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Biodiversity</a:t>
            </a:r>
            <a:r>
              <a:rPr lang="en-GB"/>
              <a:t> in National Parks — Data Science Portfolio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4FBB1C-16B5-0076-AB55-6E3C91F79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C6840CD-0555-BE3E-FDB1-C114FD94E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Biodiversity</a:t>
            </a:r>
            <a:r>
              <a:rPr lang="en-GB"/>
              <a:t> in National Parks — Data Science Portfolio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5EDB9C-6E72-DF22-700D-452BD340B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A2BDE87-FFC5-2500-8C9A-D0F7F73E0A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2089" y="1600200"/>
            <a:ext cx="7619822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786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673A64-248E-BA90-9A42-3025E565C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Biodiversity</a:t>
            </a:r>
            <a:r>
              <a:rPr lang="en-GB"/>
              <a:t> in National Parks — Data Science Portfolio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C7E841-A92E-8B18-3862-5BA2A8F2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363D6C1-E91A-7D96-4FFA-8FD0C9BA6A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90473" y="1600200"/>
            <a:ext cx="7563054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49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Question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Are certain taxonomic groups disproportionately endangered?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1C4338-B322-4F1E-E979-37F6DA1A8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Biodiversity</a:t>
            </a:r>
            <a:r>
              <a:rPr lang="en-GB"/>
              <a:t> in National Parks — Data Science Portfolio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15E272-7EB7-6A40-6E09-D65B6CAB5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CFB22E-0730-96E2-99DE-CE7EE8F34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Biodiversity</a:t>
            </a:r>
            <a:r>
              <a:rPr lang="en-GB"/>
              <a:t> in National Parks — Data Science Portfolio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36ACA3-5792-6086-EC7F-3733F4C78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F64E794-DEDC-0F36-B75E-CA38669148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29714" y="1600200"/>
            <a:ext cx="7684572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731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Risk is uneven across categories</a:t>
            </a:r>
          </a:p>
          <a:p>
            <a:pPr marL="0" indent="0">
              <a:buNone/>
            </a:pPr>
            <a:r>
              <a:rPr dirty="0"/>
              <a:t>• Protected species cluster in specific parks</a:t>
            </a:r>
          </a:p>
          <a:p>
            <a:pPr marL="0" indent="0">
              <a:buNone/>
            </a:pPr>
            <a:r>
              <a:rPr dirty="0"/>
              <a:t>• Few species dominate protected observations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F08850-6EB7-C0CF-7620-8E3A0F496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Biodiversity</a:t>
            </a:r>
            <a:r>
              <a:rPr lang="en-GB"/>
              <a:t> in National Parks — Data Science Portfolio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F98045-726D-BA86-E0B8-AD073D451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5864A0C-1DB3-6C06-5676-F7AB1102F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Biodiversity</a:t>
            </a:r>
            <a:r>
              <a:rPr lang="en-GB"/>
              <a:t> in National Parks — Data Science Portfolio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D85AEA-A2B4-B221-A174-C4FB14878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 dirty="0"/>
          </a:p>
        </p:txBody>
      </p:sp>
      <p:pic>
        <p:nvPicPr>
          <p:cNvPr id="32" name="Content Placeholder 31">
            <a:extLst>
              <a:ext uri="{FF2B5EF4-FFF2-40B4-BE49-F238E27FC236}">
                <a16:creationId xmlns:a16="http://schemas.microsoft.com/office/drawing/2014/main" id="{80F6DC75-17DF-C7C8-A7D7-873EB68D05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58625" y="1600200"/>
            <a:ext cx="762675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974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Observations ≠ population size</a:t>
            </a:r>
          </a:p>
          <a:p>
            <a:pPr marL="0" indent="0">
              <a:buNone/>
            </a:pPr>
            <a:r>
              <a:rPr dirty="0"/>
              <a:t>• Limited time-series data</a:t>
            </a:r>
          </a:p>
          <a:p>
            <a:pPr marL="0" indent="0">
              <a:buNone/>
            </a:pPr>
            <a:r>
              <a:rPr dirty="0"/>
              <a:t>• Assumed missing status = No Intervention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4077EE-C14E-D151-72B1-7B3490217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Biodiversity</a:t>
            </a:r>
            <a:r>
              <a:rPr lang="en-GB"/>
              <a:t> in National Parks — Data Science Portfolio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78FC32-8936-505A-7552-BF134E3FE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Data-driven conservation can help prioritize</a:t>
            </a:r>
          </a:p>
          <a:p>
            <a:r>
              <a:t>species categories and parks requiring attention.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C9001A-5AEE-C0AD-9D52-8D4CDDB01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Biodiversity</a:t>
            </a:r>
            <a:r>
              <a:rPr lang="en-GB"/>
              <a:t> in National Parks — Data Science Portfolio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87BE0-3813-0611-D10F-C4469ED19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410AC-558E-9E65-B4FB-DC3C5E669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Tools &amp; Skills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2A265-EBF5-0553-36BC-D823E7875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Tools Used – </a:t>
            </a:r>
            <a:r>
              <a:rPr lang="en-ZA" sz="2800" dirty="0"/>
              <a:t>Python, Pandas, Seaborn, Matplotlib</a:t>
            </a:r>
          </a:p>
          <a:p>
            <a:endParaRPr lang="en-ZA" sz="2800" dirty="0"/>
          </a:p>
          <a:p>
            <a:endParaRPr lang="en-ZA" sz="2800" dirty="0"/>
          </a:p>
          <a:p>
            <a:r>
              <a:rPr lang="en-ZA" dirty="0"/>
              <a:t>Skills Demonstrated </a:t>
            </a:r>
            <a:r>
              <a:rPr lang="en-ZA" sz="2800" dirty="0"/>
              <a:t>– Data Cleaning, EDA, Feature Engineering, Visualization</a:t>
            </a:r>
            <a:endParaRPr lang="en-GB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0A1228-D75B-9CDD-E71C-011DEEE97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Biodiversity</a:t>
            </a:r>
            <a:r>
              <a:rPr lang="en-GB"/>
              <a:t> in National Parks — Data Science Portfolio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D9DCF9-BC73-4E9A-BB25-21252E638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596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871</Words>
  <Application>Microsoft Office PowerPoint</Application>
  <PresentationFormat>On-screen Show (4:3)</PresentationFormat>
  <Paragraphs>108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Segoe UI</vt:lpstr>
      <vt:lpstr>Segoe UI Semibold</vt:lpstr>
      <vt:lpstr>Office Theme</vt:lpstr>
      <vt:lpstr>Biodiversity in National Parks</vt:lpstr>
      <vt:lpstr>Biodiversity in National Parks</vt:lpstr>
      <vt:lpstr>Project Objective</vt:lpstr>
      <vt:lpstr>Data Overview</vt:lpstr>
      <vt:lpstr>Data Preparation</vt:lpstr>
      <vt:lpstr>Key Question 1</vt:lpstr>
      <vt:lpstr>PowerPoint Presentation</vt:lpstr>
      <vt:lpstr>PowerPoint Presentation</vt:lpstr>
      <vt:lpstr>PowerPoint Presentation</vt:lpstr>
      <vt:lpstr>PowerPoint Presentation</vt:lpstr>
      <vt:lpstr>Key Question 2</vt:lpstr>
      <vt:lpstr>PowerPoint Presentation</vt:lpstr>
      <vt:lpstr>PowerPoint Presentation</vt:lpstr>
      <vt:lpstr>Key Question 3</vt:lpstr>
      <vt:lpstr>PowerPoint Presentation</vt:lpstr>
      <vt:lpstr>Key Findings</vt:lpstr>
      <vt:lpstr>PowerPoint Presentation</vt:lpstr>
      <vt:lpstr>Limitations</vt:lpstr>
      <vt:lpstr>Conclusion</vt:lpstr>
      <vt:lpstr>Tools &amp; Skills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Dillan Maart</cp:lastModifiedBy>
  <cp:revision>16</cp:revision>
  <dcterms:created xsi:type="dcterms:W3CDTF">2013-01-27T09:14:16Z</dcterms:created>
  <dcterms:modified xsi:type="dcterms:W3CDTF">2026-03-01T15:54:28Z</dcterms:modified>
  <cp:category/>
</cp:coreProperties>
</file>